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4df561e21204899" /><Relationship Type="http://schemas.openxmlformats.org/officeDocument/2006/relationships/extended-properties" Target="/docProps/app.xml" Id="R6f415419f2a44d9c" /><Relationship Type="http://schemas.openxmlformats.org/officeDocument/2006/relationships/officeDocument" Target="/ppt/presentation.xml" Id="R666e406ff72b4c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1981f36dbf74924"/>
  </p:sldMasterIdLst>
  <p:notesMasterIdLst>
    <p:notesMasterId xmlns:r="http://schemas.openxmlformats.org/officeDocument/2006/relationships" r:id="R1f394ec5d49942fc"/>
  </p:notesMasterIdLst>
  <p:sldIdLst>
    <p:sldId xmlns:r="http://schemas.openxmlformats.org/officeDocument/2006/relationships" id="256" r:id="Rb87e84234f2742d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6834e4e22e84571" /><Relationship Type="http://schemas.openxmlformats.org/officeDocument/2006/relationships/slideMaster" Target="/ppt/slideMasters/slideMaster1.xml" Id="R41981f36dbf74924" /><Relationship Type="http://schemas.openxmlformats.org/officeDocument/2006/relationships/notesMaster" Target="/ppt/notesMasters/notesMaster1.xml" Id="R1f394ec5d49942fc" /><Relationship Type="http://schemas.openxmlformats.org/officeDocument/2006/relationships/presProps" Target="/ppt/presProps.xml" Id="R4eeb5ca95dd34eb2" /><Relationship Type="http://schemas.openxmlformats.org/officeDocument/2006/relationships/viewProps" Target="/ppt/viewProps.xml" Id="R283a5327ef7e4a4a" /><Relationship Type="http://schemas.openxmlformats.org/officeDocument/2006/relationships/tableStyles" Target="/ppt/tableStyles.xml" Id="R94651e6b20494958" /><Relationship Type="http://schemas.openxmlformats.org/officeDocument/2006/relationships/slide" Target="/ppt/slides/slide1.xml" Id="Rb87e84234f2742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fa56da856114bc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a49be17cace41ce" /><Relationship Type="http://schemas.openxmlformats.org/officeDocument/2006/relationships/notesMaster" Target="/ppt/notesMasters/notesMaster1.xml" Id="Rf7376207a2dd40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27e1c7a605442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e99547c100449f6" /><Relationship Type="http://schemas.openxmlformats.org/officeDocument/2006/relationships/slideLayout" Target="/ppt/slideLayouts/slideLayout1.xml" Id="R6dee0709fd57425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dee0709fd57425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81c079dc17456d" /><Relationship Type="http://schemas.openxmlformats.org/officeDocument/2006/relationships/notesSlide" Target="/ppt/notesSlides/notesSlide1.xml" Id="Rb1da10fa6a2e464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59CD89-614E-4DEE-AC14-53D3E895A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895E75-8D12-48FD-9EDC-9E44C5609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AIChatProcessManager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0B7266-7627-4861-9698-2BBAAA12E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7150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93C5FD"/>
                </a:solidFill>
                <a:latin typeface="PingFang SC"/>
                <a:ea typeface="PingFang SC"/>
                <a:cs typeface="PingFang SC"/>
              </a:defRPr>
            </a:pPr>
            <a:r>
              <a:t>AI 会话过程管理系统</a:t>
            </a:r>
          </a:p>
        </p:txBody>
      </p:sp>
    </p:spTree>
    <p:extLst>
      <p:ext uri="{BB962C8B-B14F-4D97-AF65-F5344CB8AC3E}">
        <p14:creationId xmlns:p14="http://schemas.microsoft.com/office/powerpoint/2010/main" val="16689384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2026-06-08T11:27:12.7260000Z</dcterms:created>
  <dcterms:modified xsi:type="dcterms:W3CDTF">2026-06-08T11:27:12.7260000Z</dcterms:modified>
</coreProperties>
</file>